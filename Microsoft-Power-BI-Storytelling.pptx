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647"/>
  </p:normalViewPr>
  <p:slideViewPr>
    <p:cSldViewPr snapToGrid="0" snapToObjects="1">
      <p:cViewPr varScale="1">
        <p:scale>
          <a:sx n="126" d="100"/>
          <a:sy n="126" d="100"/>
        </p:scale>
        <p:origin x="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02a340bd-ab3a-43ac-baf7-a22a6f9821e1}">
  <we:reference id="WA200003233" version="2.0.0.3" store="en-US" storeType="OMEX"/>
  <we:alternateReferences/>
  <we:properties>
    <we:property name="Microsoft.Office.CampaignId" value="&quot;none&quot;"/>
    <we:property name="reportUrl" value="&quot;/groups/935b67b1-5ef4-4ad0-913e-35ec4a50aea5/reports/b4a24315-6bd5-40e9-a5df-28837b75cedc/633196538fd09017edc0?bookmarkGuid=c5ba85b7-31c2-4a4d-85ff-8625fa1d5fef&amp;bookmarkUsage=1&amp;ctid=e202cd47-7a56-4baa-99e3-e3b71a7c77dd&amp;fromEntryPoint=export&quot;"/>
    <we:property name="reportState" value="&quot;CONNECTED&quot;"/>
    <we:property name="artifactViewState" value="&quot;live&quot;"/>
    <we:property name="reportEmbeddedTime" value="&quot;2025-11-10T03:27:19.496Z&quot;"/>
    <we:property name="creatorSessionId" value="&quot;66c9d276-1cec-4201-aed7-826c40091077&quot;"/>
    <we:property name="creatorUserId" value="&quot;100320016E73EE11&quot;"/>
    <we:property name="creatorTenantId" value="&quot;e202cd47-7a56-4baa-99e3-e3b71a7c77dd&quot;"/>
    <we:property name="pageDisplayName" value="&quot;Page 1&quot;"/>
    <we:property name="pageName" value="&quot;633196538fd09017edc0&quot;"/>
    <we:property name="reportName" value="&quot;BMW Car Sales project&quot;"/>
    <we:property name="isVisualContainerHeaderHidden" value="false"/>
    <we:property name="isFiltersActionButtonVisible" value="true"/>
    <we:property name="initialStateBookmark" value="&quot;H4sIAAAAAAAAA+1YW28TORT+KyO/0EpZNDOZW3graXjpBqpmKVqtKnTGPhMMzjjyeEpClf++x54BWigNVNtLxOYpPv5yrp+Pj3PBhGyWCtYvYYHsGXuu9YcFmA9BxAas7mWvXh1ND06O3r48mE5IrJdW6rphzy6YBTNHeyqbFpTTQMJ/zgYMlDqGuVtVoBocsCWaRteg5CfswLRlTYubAcPVUmkDTuXMgkWn9pzgtCbb0dMoJZPArTzHGXLbibPhMBpl6bCoRDgKoxwFDwnWdADv2rUQp9vbH+vagqzJjscWRVplkMRhnIUpVHEYeWwlle0h5XqyWhoKj4JeL11aDsQ51BwF8zEYbDqXL9jBfG5wDrZfTq5sjrVqF9fIZ7o1HE+w8lu1lXbtUj99EzSgsAkEWAj2nGN/kJfJfrAX7bMN5e/YaMquR5/gOdYtevGLtu6TFbrlO/1xbJDSK5xg8CWIMYnm2kgO6rs47tLVqRao2PeenZGkkfVc9Tz5WrG/Ooe5ahuqCYrOu/E7MNZxsnxPtXeVIgXaCDTP175Yh9J8Zk08+CaQx1eozdlnrhP6/SU293XqYrqPwpxt3EaWZxWMcp6XSYE8DBGH8e0Pxl36/TeCuQ2fGiU5misMYgukrua+OMM+smVnSKLfr1tCSD6phVuhD/+C/SkpJZ2FU1CtU04ujw6Zz+SC8roF/eSQrAj9sX7ifuJL8AM2+F80d86FPqcdFRJeZTmWSRpFgKkYxVhkW6nwUO3lBOdO202d79G274DWweta2l/p4482mu1BbD2iFkqFk5UbA1qrZ6joJJxeAvQzxs9cAdG3V8C9kLA7yVVYDtMspuOTVFEyrPIow53qpb8H2xRNhf9PFXd5kxRJPsIqTEUeJ1hGSVFiuoPT9swjT52F/4J3HIzYOcrdnIOu7w2rIk/LLK1oekx4KLKyGO5guY9pisFg7/XscH+3L+apVEiP82DvaPpLkTzULPeiRRX4Q/JbdfMb+fbwHf1yVfq3Yip4GAHkGCVxGlZVxrkzcPNshytb6tXV6vjP9S8y3dpmCRyPocZrXmbESqgFbnuXub+eumcZOSNpuvxJfBfq5l+bMOaCNRMAAA==&quot;"/>
    <we:property name="bookmark" value="&quot;H4sIAAAAAAAAA+1XW0/bMBT+K5FfAKmbck/KGxR42ZgQHUzTxINjHxeDG1eOw9pV/PcdO2XjNhhoXCqWp/j4y7l+Pj6ZEy6biaKzT3QMZJ1san06puY0iEiP1J0sBQGcZkUSxwnvR5XoF25XT6zUdUPW58RSMwJ7KJuWKqcIhd+OeoQqtUdHbiWoaqBHJmAaXVMlf0AHxi1rWjjvEZhOlDbUqRxaasGpPUM4rtGF6H2UoUnKrDyDITDbifMkifp5lpSCh/0wKoCzEGFNB/Cu3Qpxur39ga4tlTXa8diyzERO0ziM8zCjIg4jjxVS2QWkmm1PJwbDw6BnE5edDX5Gawac+BgMNJ3Lc7IxGhkYUbtYbl/ZHGjVjm+RD3VrGOyD8Fu1lXbmqrL7JWiogibg1NJg1Tn2Dr1M14LVaI2cY/72jMbsevQ+nEHdghfvtPUiWaFbHuvvAwOYXu4EvV9BDFA00kYyqm7E8ZSu7moOitz07AgljaxHasGT3xX73DnMVNtgTYB33g2OqbGOk9UJ1t5VChVow8FsznyxtqS5YE3cuxbI6yvU+dEF1xF9conNizp1MT1HYY7O3UZe5IL2C1ZUaQksDAGS+PEH4yn9/grUPIZPjZIMzBUGkTFgV3MvzrCPbNIZkuD36xYRkm3X3K3Ahz8nHyWmpLNwSFXrlKPL/S3iMznGvN6DXtlCK1x/r1fcJ74Ef2CD/6J5ci4sctpRIWUiL6BKsyiikPF+DGV+LxVeqr3sw8hpu6vzvdr2HeA6OKilfUgff7XR3B/EvUfU0krB9tSNAa3VQ1B4Eg4vARYzxt9cAdH1K+BZSNidZBFWSZbHeHxSEaWJKKIclqqXvg22KZwK/08VT3mTlGnRBxFmvIhTqKK0rCBbwml76JGHzsK/4B2jhi8d5e7OQdf3ElEWWZVnAqfHlIU8r8pkCcu9h1MMBKsHw6215b6Yd6UC/DkPVj/sPiiSl5rldlpQgT8kb6qb38m3l+/ol6uy+FfMOAsjSguI0jgLhcgZcwbunu1gais9vVod/1yT/AR+LBCCsBIAAA==&quot;"/>
    <we:property name="datasetId" value="&quot;6183dde2-49f3-4835-81fd-1e86c60ab5f8&quot;"/>
    <we:property name="embedUrl" value="&quot;/reportEmbed?reportId=b4a24315-6bd5-40e9-a5df-28837b75cedc&amp;config=eyJjbHVzdGVyVXJsIjoiaHR0cHM6Ly9XQUJJLVVTLU5PUlRILUNFTlRSQUwtRy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85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Raza, Ali</cp:lastModifiedBy>
  <cp:revision>3</cp:revision>
  <dcterms:created xsi:type="dcterms:W3CDTF">2018-06-07T21:39:02Z</dcterms:created>
  <dcterms:modified xsi:type="dcterms:W3CDTF">2025-11-10T03:28:09Z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